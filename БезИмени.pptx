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70" r:id="rId14"/>
    <p:sldId id="265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896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39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66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1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47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02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84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75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53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7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3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55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D3CE1-44A0-4AA2-A05C-750C43FCFBD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45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Какой-то 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16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Пересборка</a:t>
            </a:r>
            <a:r>
              <a:rPr lang="ru-RU" dirty="0"/>
              <a:t> команды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Тут про </a:t>
            </a:r>
            <a:r>
              <a:rPr lang="en-US" dirty="0" err="1"/>
              <a:t>GitLab</a:t>
            </a:r>
            <a:r>
              <a:rPr lang="ru-RU" dirty="0"/>
              <a:t>, ревизию наработок и вот это все</a:t>
            </a:r>
          </a:p>
        </p:txBody>
      </p:sp>
    </p:spTree>
    <p:extLst>
      <p:ext uri="{BB962C8B-B14F-4D97-AF65-F5344CB8AC3E}">
        <p14:creationId xmlns:p14="http://schemas.microsoft.com/office/powerpoint/2010/main" val="401092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Бото-ферма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0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BotApp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Что нового, что ценного, что теперь могут наши боты (+конструктор для </a:t>
            </a:r>
            <a:r>
              <a:rPr lang="en-US" dirty="0"/>
              <a:t>tasks)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Для тасок: - сложность, тяжело </a:t>
            </a:r>
            <a:r>
              <a:rPr lang="ru-RU" dirty="0" err="1"/>
              <a:t>генерить</a:t>
            </a:r>
            <a:r>
              <a:rPr lang="ru-RU" dirty="0"/>
              <a:t> задачи для бота в формате «отправь пользователя «Х» такое-то сообщение в такое-то время» Надо заботится об отступах, запятых и всяких важных для кода штуках.</a:t>
            </a:r>
            <a:br>
              <a:rPr lang="ru-RU" dirty="0"/>
            </a:br>
            <a:r>
              <a:rPr lang="ru-RU" dirty="0"/>
              <a:t>Для этого есть приложение конструктор (Есть версия с ИИ)</a:t>
            </a:r>
          </a:p>
          <a:p>
            <a:r>
              <a:rPr lang="ru-RU" dirty="0"/>
              <a:t>Обычное: 1. Зашел заполнил шаблон</a:t>
            </a:r>
            <a:br>
              <a:rPr lang="ru-RU" dirty="0"/>
            </a:br>
            <a:r>
              <a:rPr lang="ru-RU" dirty="0"/>
              <a:t>2. Получил готовый </a:t>
            </a:r>
            <a:r>
              <a:rPr lang="en-US" dirty="0"/>
              <a:t>json</a:t>
            </a:r>
            <a:r>
              <a:rPr lang="ru-RU" dirty="0"/>
              <a:t> файл</a:t>
            </a:r>
            <a:br>
              <a:rPr lang="ru-RU" dirty="0"/>
            </a:br>
            <a:r>
              <a:rPr lang="ru-RU" dirty="0"/>
              <a:t>3. Быстро глянул – проверил (ничего ли не забыл)</a:t>
            </a:r>
            <a:br>
              <a:rPr lang="ru-RU" dirty="0"/>
            </a:br>
            <a:r>
              <a:rPr lang="ru-RU" dirty="0"/>
              <a:t>4. все используй, вставляя в бота</a:t>
            </a:r>
          </a:p>
          <a:p>
            <a:r>
              <a:rPr lang="ru-RU" dirty="0"/>
              <a:t>ИИ версия:</a:t>
            </a:r>
            <a:br>
              <a:rPr lang="ru-RU" dirty="0"/>
            </a:br>
            <a:r>
              <a:rPr lang="ru-RU" dirty="0"/>
              <a:t>1. Зашел, русским языком написал что сделать</a:t>
            </a:r>
            <a:br>
              <a:rPr lang="ru-RU" dirty="0"/>
            </a:br>
            <a:r>
              <a:rPr lang="ru-RU" dirty="0"/>
              <a:t>2. Получил </a:t>
            </a:r>
            <a:r>
              <a:rPr lang="en-US" dirty="0"/>
              <a:t>json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3.Вставляй в бота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 дальнейшем идея сделать так чтобы просто нажал кнопку отправить в бота и все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31564F-5FE8-4689-B993-4875EBD86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761" y="-861412"/>
            <a:ext cx="4477139" cy="23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2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</a:t>
            </a:r>
            <a:r>
              <a:rPr lang="en-US" dirty="0"/>
              <a:t>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Статистика за год, либо текущая – подумать (сложность – нет полных цифр)</a:t>
            </a:r>
          </a:p>
          <a:p>
            <a:r>
              <a:rPr lang="ru-RU" dirty="0"/>
              <a:t>Количество новых ролей</a:t>
            </a:r>
          </a:p>
          <a:p>
            <a:r>
              <a:rPr lang="ru-RU" dirty="0"/>
              <a:t>Результаты акселератора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992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боты (ША, ИИ, </a:t>
            </a:r>
            <a:r>
              <a:rPr lang="en-US" dirty="0"/>
              <a:t>B2B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Провели ИИ бота в сопровождении с Дашей.</a:t>
            </a:r>
          </a:p>
        </p:txBody>
      </p:sp>
    </p:spTree>
    <p:extLst>
      <p:ext uri="{BB962C8B-B14F-4D97-AF65-F5344CB8AC3E}">
        <p14:creationId xmlns:p14="http://schemas.microsoft.com/office/powerpoint/2010/main" val="330061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Причиняем пользу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57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</a:t>
            </a:r>
            <a:r>
              <a:rPr lang="en-US" dirty="0" err="1"/>
              <a:t>SpellChecker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Какую проблему решает</a:t>
            </a:r>
          </a:p>
          <a:p>
            <a:r>
              <a:rPr lang="ru-RU" dirty="0"/>
              <a:t>Как работает – тезисы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210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рассылок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Главная проблема рассылок, что все блоки надо собирать самостоятельно, иногда приходится лезть в табличную верстку рассылки, если нужно добавить эксперта надо пользоваться </a:t>
            </a:r>
            <a:r>
              <a:rPr lang="ru-RU" dirty="0" err="1"/>
              <a:t>фигмой</a:t>
            </a:r>
            <a:r>
              <a:rPr lang="ru-RU" dirty="0"/>
              <a:t> или другим редактором картинок, также если шаблон который существует не подходит, то </a:t>
            </a:r>
            <a:r>
              <a:rPr lang="ru-RU" dirty="0" err="1"/>
              <a:t>что-бы</a:t>
            </a:r>
            <a:r>
              <a:rPr lang="ru-RU" dirty="0"/>
              <a:t> его поправить уходит много сил и времени.</a:t>
            </a:r>
          </a:p>
          <a:p>
            <a:r>
              <a:rPr lang="ru-RU" dirty="0"/>
              <a:t>Есть удобный интерфейс с шаблонами и набором блоков, которые можно добавлять, быстро убирать или объединять. Можно избежать частичной работы </a:t>
            </a:r>
            <a:r>
              <a:rPr lang="ru-RU" dirty="0" err="1"/>
              <a:t>вфигме</a:t>
            </a:r>
            <a:r>
              <a:rPr lang="ru-RU" dirty="0"/>
              <a:t> и редакторах, планируем в дальнейшем планируем полный функционал внутри.</a:t>
            </a:r>
            <a:br>
              <a:rPr lang="ru-RU" dirty="0"/>
            </a:br>
            <a:r>
              <a:rPr lang="ru-RU" dirty="0"/>
              <a:t>Как работает:</a:t>
            </a:r>
            <a:br>
              <a:rPr lang="ru-RU" dirty="0"/>
            </a:br>
            <a:r>
              <a:rPr lang="ru-RU" dirty="0"/>
              <a:t>1. открыли приложение</a:t>
            </a:r>
            <a:br>
              <a:rPr lang="ru-RU" dirty="0"/>
            </a:br>
            <a:r>
              <a:rPr lang="ru-RU" dirty="0"/>
              <a:t>2. Выбрали или создали свой шаблон</a:t>
            </a:r>
            <a:br>
              <a:rPr lang="ru-RU" dirty="0"/>
            </a:br>
            <a:r>
              <a:rPr lang="ru-RU" dirty="0"/>
              <a:t>3. Отредактировали блоки прям в приложении</a:t>
            </a:r>
            <a:br>
              <a:rPr lang="ru-RU" dirty="0"/>
            </a:br>
            <a:r>
              <a:rPr lang="ru-RU" dirty="0"/>
              <a:t>4. Нажали отправить в </a:t>
            </a:r>
            <a:r>
              <a:rPr lang="en-US" dirty="0"/>
              <a:t>outlook</a:t>
            </a:r>
            <a:br>
              <a:rPr lang="ru-RU" dirty="0"/>
            </a:br>
            <a:r>
              <a:rPr lang="ru-RU" dirty="0"/>
              <a:t>4. В сгенерированном письме просто все проверили, вставили адресатов и отправили.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A404D-6DEB-4D03-B1BA-F04B54D8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7448"/>
            <a:ext cx="5029200" cy="2585545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FEB9786-D5FD-4EDC-B6B6-69065389D4BB}"/>
              </a:ext>
            </a:extLst>
          </p:cNvPr>
          <p:cNvGrpSpPr/>
          <p:nvPr/>
        </p:nvGrpSpPr>
        <p:grpSpPr>
          <a:xfrm>
            <a:off x="6096000" y="3273221"/>
            <a:ext cx="4723581" cy="3348356"/>
            <a:chOff x="25400" y="-969993"/>
            <a:chExt cx="12192000" cy="8642416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11F5E8DA-64A8-4B31-8A25-BD172CF65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" y="-969993"/>
              <a:ext cx="12192000" cy="5591236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C961E6F1-F8EE-44E4-B1FB-76579344D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00" y="3511814"/>
              <a:ext cx="12192000" cy="4160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71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тестов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Тесты внутри системы ЛМС дают ограниченный функционал подачи обратной связи.</a:t>
            </a:r>
          </a:p>
          <a:p>
            <a:r>
              <a:rPr lang="ru-RU" dirty="0"/>
              <a:t>Приложение на сервере, которое позволяет создавать тесты, паковать </a:t>
            </a:r>
            <a:r>
              <a:rPr lang="ru-RU" dirty="0" err="1"/>
              <a:t>изв</a:t>
            </a:r>
            <a:r>
              <a:rPr lang="ru-RU" dirty="0"/>
              <a:t> скорм пакет как курс и потом загружать в </a:t>
            </a:r>
            <a:r>
              <a:rPr lang="ru-RU" dirty="0" err="1"/>
              <a:t>лмс</a:t>
            </a:r>
            <a:endParaRPr lang="ru-RU" dirty="0"/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0686B7-6A8B-4821-A771-48646A44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6699"/>
            <a:ext cx="4849817" cy="25206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692C48-76D9-43B0-9A32-9A7CCF225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0" y="4544280"/>
            <a:ext cx="5067300" cy="26160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56C87D-8D57-4072-A864-D23D25CA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3732963"/>
            <a:ext cx="4759766" cy="2444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FD7B859-0C28-4198-859B-ADC079FFF71B}"/>
              </a:ext>
            </a:extLst>
          </p:cNvPr>
          <p:cNvGrpSpPr/>
          <p:nvPr/>
        </p:nvGrpSpPr>
        <p:grpSpPr>
          <a:xfrm>
            <a:off x="7147414" y="-534613"/>
            <a:ext cx="6117487" cy="3125037"/>
            <a:chOff x="-2606186" y="-1562519"/>
            <a:chExt cx="6117487" cy="3125037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51FCE679-F4BF-4502-9434-8C631C660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606186" y="-1562519"/>
              <a:ext cx="3034892" cy="3125037"/>
            </a:xfrm>
            <a:prstGeom prst="rect">
              <a:avLst/>
            </a:prstGeom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9662F13-6CFA-4A80-8C9A-06D458986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0507" y="-1531729"/>
              <a:ext cx="3080794" cy="3094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593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Робот отчетов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Есть </a:t>
            </a:r>
            <a:r>
              <a:rPr lang="en-US" dirty="0"/>
              <a:t>MVP</a:t>
            </a:r>
            <a:r>
              <a:rPr lang="ru-RU" dirty="0"/>
              <a:t>: </a:t>
            </a:r>
          </a:p>
          <a:p>
            <a:pPr marL="914400" lvl="1" indent="-457200">
              <a:buAutoNum type="arabicPeriod"/>
            </a:pPr>
            <a:r>
              <a:rPr lang="ru-RU" dirty="0"/>
              <a:t>Коннект к ОУ, отправка на отчет</a:t>
            </a:r>
          </a:p>
          <a:p>
            <a:pPr marL="914400" lvl="1" indent="-457200">
              <a:buAutoNum type="arabicPeriod"/>
            </a:pPr>
            <a:r>
              <a:rPr lang="ru-RU" dirty="0"/>
              <a:t>Получение письма, </a:t>
            </a:r>
            <a:r>
              <a:rPr lang="ru-RU" dirty="0" err="1"/>
              <a:t>забирание</a:t>
            </a:r>
            <a:r>
              <a:rPr lang="ru-RU" dirty="0"/>
              <a:t> файла с отчетом по ссылке</a:t>
            </a:r>
          </a:p>
          <a:p>
            <a:pPr marL="914400" lvl="1" indent="-457200">
              <a:buAutoNum type="arabicPeriod"/>
            </a:pPr>
            <a:r>
              <a:rPr lang="ru-RU" dirty="0"/>
              <a:t>Обработка отчета к нужному формату</a:t>
            </a:r>
          </a:p>
          <a:p>
            <a:pPr marL="914400" lvl="1" indent="-457200">
              <a:buAutoNum type="arabicPeriod"/>
            </a:pPr>
            <a:r>
              <a:rPr lang="ru-RU" dirty="0"/>
              <a:t>Отправка на требуемый адрес, либо выкладывание в папку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0355" y="5807631"/>
            <a:ext cx="588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Целевая история: мы не ходим в ОУ, берем данные в ЦХД</a:t>
            </a:r>
          </a:p>
        </p:txBody>
      </p:sp>
    </p:spTree>
    <p:extLst>
      <p:ext uri="{BB962C8B-B14F-4D97-AF65-F5344CB8AC3E}">
        <p14:creationId xmlns:p14="http://schemas.microsoft.com/office/powerpoint/2010/main" val="131129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PDF-</a:t>
            </a:r>
            <a:r>
              <a:rPr lang="ru-RU" dirty="0"/>
              <a:t>форма(?)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Какую проблему решает Надо сразу много сертификатов </a:t>
            </a:r>
            <a:r>
              <a:rPr lang="en-US" dirty="0"/>
              <a:t>PDF</a:t>
            </a:r>
            <a:r>
              <a:rPr lang="ru-RU" dirty="0"/>
              <a:t>, на разных людей. Есть ексель и шаблон, но заполнять приходится руками.</a:t>
            </a:r>
          </a:p>
          <a:p>
            <a:r>
              <a:rPr lang="ru-RU" dirty="0"/>
              <a:t>Как работает –  используем любой пустой </a:t>
            </a:r>
            <a:r>
              <a:rPr lang="en-US" dirty="0"/>
              <a:t>PDF, </a:t>
            </a:r>
            <a:r>
              <a:rPr lang="ru-RU" dirty="0"/>
              <a:t>Используем ексель </a:t>
            </a:r>
            <a:r>
              <a:rPr lang="ru-RU" dirty="0" err="1"/>
              <a:t>табичку</a:t>
            </a:r>
            <a:r>
              <a:rPr lang="ru-RU" dirty="0"/>
              <a:t> с 2 столбцами, заполненную, все в приложении по позиции и цвету настраиваем и все тыкаем сгенерировать. Получаем все сертификаты со всеми людьми  настроив только один сертификат.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2C51A1-CCD8-41F5-8126-CB4564B3A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113" y="3976075"/>
            <a:ext cx="4907374" cy="2516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C89984-76F2-46F2-AB03-E31460D8C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1" y="5756110"/>
            <a:ext cx="4434796" cy="220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5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Что-то еще?..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Какую проблему решает</a:t>
            </a:r>
          </a:p>
          <a:p>
            <a:r>
              <a:rPr lang="ru-RU" dirty="0"/>
              <a:t>Как работает – тезисы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7650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Незакрытые </a:t>
            </a:r>
            <a:r>
              <a:rPr lang="ru-RU" dirty="0" err="1"/>
              <a:t>гештальты</a:t>
            </a:r>
            <a:endParaRPr lang="ru-RU" dirty="0"/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Что-то, что можно анонсировать, но не готово – миграция </a:t>
            </a:r>
            <a:r>
              <a:rPr lang="ru-RU" dirty="0" err="1"/>
              <a:t>Ботана</a:t>
            </a:r>
            <a:r>
              <a:rPr lang="ru-RU" dirty="0"/>
              <a:t> </a:t>
            </a:r>
            <a:r>
              <a:rPr lang="en-US" dirty="0"/>
              <a:t>etc…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4854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Покупайте наших слонов!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82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551</Words>
  <Application>Microsoft Office PowerPoint</Application>
  <PresentationFormat>Широкоэкранный</PresentationFormat>
  <Paragraphs>45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Какой-то заголовок</vt:lpstr>
      <vt:lpstr>Пересборка команды</vt:lpstr>
      <vt:lpstr>Бото-ферма</vt:lpstr>
      <vt:lpstr>BotApp</vt:lpstr>
      <vt:lpstr>АдаптON</vt:lpstr>
      <vt:lpstr>Другие боты (ША, ИИ, B2B etc)</vt:lpstr>
      <vt:lpstr>Причиняем пользу</vt:lpstr>
      <vt:lpstr>Video SpellChecker</vt:lpstr>
      <vt:lpstr>Конструктор рассылок</vt:lpstr>
      <vt:lpstr>Конструктор тестов</vt:lpstr>
      <vt:lpstr>Робот отчетов</vt:lpstr>
      <vt:lpstr>PDF-форма(?)</vt:lpstr>
      <vt:lpstr>Что-то еще?..</vt:lpstr>
      <vt:lpstr>Незакрытые гештальты</vt:lpstr>
      <vt:lpstr>Покупайте наших слонов!</vt:lpstr>
    </vt:vector>
  </TitlesOfParts>
  <Company>ПАО "Ростелеком"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Какой-то заголовок</dc:title>
  <dc:creator>Внуковский Владислав Валерьевич</dc:creator>
  <cp:lastModifiedBy>Evgeniy Zubkov</cp:lastModifiedBy>
  <cp:revision>11</cp:revision>
  <dcterms:created xsi:type="dcterms:W3CDTF">2025-12-23T10:44:37Z</dcterms:created>
  <dcterms:modified xsi:type="dcterms:W3CDTF">2025-12-24T11:26:52Z</dcterms:modified>
</cp:coreProperties>
</file>